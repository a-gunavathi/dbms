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8" r:id="rId12"/>
    <p:sldId id="269" r:id="rId13"/>
    <p:sldId id="271" r:id="rId14"/>
    <p:sldId id="270" r:id="rId15"/>
    <p:sldId id="274" r:id="rId16"/>
    <p:sldId id="273" r:id="rId17"/>
    <p:sldId id="276" r:id="rId18"/>
    <p:sldId id="277" r:id="rId19"/>
    <p:sldId id="278" r:id="rId20"/>
    <p:sldId id="280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19" autoAdjust="0"/>
  </p:normalViewPr>
  <p:slideViewPr>
    <p:cSldViewPr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1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6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3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9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7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5D5A1-3394-49B6-83CC-FD760AFB3E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1601"/>
            <a:ext cx="9144000" cy="1219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CO1-AT3-TECHNICAL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2662535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CSA0509 : Database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199" y="3810000"/>
            <a:ext cx="3733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PRESENTED BY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000">
                <a:latin typeface="Times New Roman" pitchFamily="18" charset="0"/>
                <a:cs typeface="Times New Roman" pitchFamily="18" charset="0"/>
              </a:rPr>
              <a:t>GUNAVATHI A(192511374)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E78AC-BA7D-88E3-A194-8D39AF81A896}"/>
              </a:ext>
            </a:extLst>
          </p:cNvPr>
          <p:cNvSpPr txBox="1"/>
          <p:nvPr/>
        </p:nvSpPr>
        <p:spPr>
          <a:xfrm rot="10800000" flipV="1">
            <a:off x="838200" y="3754624"/>
            <a:ext cx="312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Dr.  C. Kesavan</a:t>
            </a:r>
          </a:p>
        </p:txBody>
      </p:sp>
    </p:spTree>
    <p:extLst>
      <p:ext uri="{BB962C8B-B14F-4D97-AF65-F5344CB8AC3E}">
        <p14:creationId xmlns:p14="http://schemas.microsoft.com/office/powerpoint/2010/main" val="212458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2667000" cy="12192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276600"/>
            <a:ext cx="7924800" cy="29257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An Online Library System is a software application that manages books, members, and borrowing activities digitally.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An ER Diagram shows the entities, their attributes, and the relationships between them.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It helps design an efficient database by organizing data clearly and reducing redundancy.</a:t>
            </a:r>
          </a:p>
          <a:p>
            <a:endParaRPr lang="en-US" sz="2000" dirty="0">
              <a:latin typeface="Times New Roman" panose="02020603050405020304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76200" y="104433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0A019-B687-F243-39DA-72C604D9B45C}"/>
              </a:ext>
            </a:extLst>
          </p:cNvPr>
          <p:cNvSpPr txBox="1"/>
          <p:nvPr/>
        </p:nvSpPr>
        <p:spPr>
          <a:xfrm>
            <a:off x="685800" y="1255693"/>
            <a:ext cx="7696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Create and present an ER diagram for an Online Library System, explaining each component clearly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546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ER DIAGRAM</a:t>
            </a:r>
          </a:p>
        </p:txBody>
      </p:sp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B50D-F025-A975-9687-9FF9FB778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C2024A4A-B62F-CA7E-BB6A-A33C6929F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0085"/>
            <a:ext cx="83058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2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4" y="1285568"/>
            <a:ext cx="4419599" cy="26670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Entities</a:t>
            </a: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a registered user who can search, borrow, and return books.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details of books available in the library, such as title, ISBN, and publication year.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genre or classification of books, such as Fiction, Science, or History. </a:t>
            </a: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information about books reserved by members when they are currently unavailable. </a:t>
            </a: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records of penalties charged for overdue or lost books.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staff responsible for managing books, members, and library transactions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29200" y="3718679"/>
            <a:ext cx="4191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Attributes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Member: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Member_ID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Name, Email, Phone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Book_ID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Title, ISBN, Category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Author: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Author_ID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Author_Name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Publisher: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Publisher_ID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Publisher_Name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Loan: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Loan_ID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Issue_Date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Due_Date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Return_Date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Librarian: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Librarian_ID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Name, Phone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029200" y="1589917"/>
            <a:ext cx="41148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Relationships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Member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Borrows books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Book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Loan records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Author ↔ Book: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Writes books (M:N)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Publisher → Book: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Publishes books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Librarian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Processes loans (1:M) </a:t>
            </a:r>
          </a:p>
        </p:txBody>
      </p:sp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36B639-41C8-5BC5-08B8-C65DC635168F}"/>
              </a:ext>
            </a:extLst>
          </p:cNvPr>
          <p:cNvCxnSpPr>
            <a:cxnSpLocks/>
          </p:cNvCxnSpPr>
          <p:nvPr/>
        </p:nvCxnSpPr>
        <p:spPr>
          <a:xfrm>
            <a:off x="4953000" y="1417638"/>
            <a:ext cx="0" cy="4906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62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management of books and members.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Fast book issue and return process.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Reduces paperwork and manual errors.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Maintains accurate borrowing records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book searching faster.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accuracy and organization.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Online Library System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makes library management easy and efficient.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ER Diagram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shows the entities, attributes, and relationships clearly.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helps organize data accurately and reduces duplication.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Overall, it provides a simple, reliable, and efficient database for library management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98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1752599"/>
            <a:ext cx="2781299" cy="243840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8999"/>
            <a:ext cx="8305800" cy="243840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Extended Entity-Relationship (EER) Model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advanced version of the ER model.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is used to design complex databases.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EER model includes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Inheritance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organize data efficiently and reduces duplication.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University system,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3BA41-0E4B-1E4C-C869-B3DFE8259913}"/>
              </a:ext>
            </a:extLst>
          </p:cNvPr>
          <p:cNvSpPr txBox="1"/>
          <p:nvPr/>
        </p:nvSpPr>
        <p:spPr>
          <a:xfrm>
            <a:off x="609600" y="1180603"/>
            <a:ext cx="7391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Q2. Prepare a presentation on the EER model, demonstrating generalization and specialization with a University case study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208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613" y="352839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UNIVERSITY CASE STUDY:</a:t>
            </a:r>
          </a:p>
        </p:txBody>
      </p:sp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1039F3E-6DDE-36E6-6A79-21184C577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4FCCD8-AD29-6F26-C004-7F14DF853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1287118"/>
            <a:ext cx="8340214" cy="518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2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Superclass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:Common entity that stores shared information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Subclasses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student details.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faculty details.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staff details.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Generalization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Combines similar entities into one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Superclass (Person)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Specialization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Divides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based on their roles. 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Student, Faculty, and Staff inherit common attributes from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Person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8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Reduces data duplication.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Organizes data in a better way.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Represents real-world situations clearly.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Makes the database easy to manage.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database design and maintenance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EER Model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an advanced version of the ER model.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to organize data efficiently.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reduces data redundancy and improves database structure.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University case study,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Overall, the EER model helps create a simple, efficient, and well-organized database. </a:t>
            </a:r>
          </a:p>
          <a:p>
            <a:pPr marL="0" indent="0">
              <a:buNone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4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81200"/>
            <a:ext cx="3733800" cy="2209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411794"/>
            <a:ext cx="8229600" cy="251374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independence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ability to change the database structure without affecting application programs.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an important feature of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two types of data independence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Logical and Physical.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improves database flexibility, maintenance, and performance.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391400" y="188497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174DE-89E0-CA98-B0B8-24843FE1C546}"/>
              </a:ext>
            </a:extLst>
          </p:cNvPr>
          <p:cNvSpPr txBox="1"/>
          <p:nvPr/>
        </p:nvSpPr>
        <p:spPr>
          <a:xfrm>
            <a:off x="570271" y="1369868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Q3.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Present the concept of data independence (logical and physical) and its significance in DBMS architecture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64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43" y="685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TYPES OF DATA INDEPENDENCE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20080"/>
            <a:ext cx="4800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Logical Data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logical structure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user applications.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Adding a new column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to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table.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Existing programs continue to work without modification.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Data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storage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the logical structure.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Creating an index to improve search speed.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Changing file organization or storage device. </a:t>
            </a:r>
          </a:p>
          <a:p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1D5B0-1C69-17A9-6F51-0248906275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7"/>
          <a:stretch>
            <a:fillRect/>
          </a:stretch>
        </p:blipFill>
        <p:spPr>
          <a:xfrm>
            <a:off x="5255770" y="1620080"/>
            <a:ext cx="3514667" cy="50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0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1"/>
            <a:ext cx="68580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ADVANTAGES&amp; CONCLUSION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3962400" cy="2133600"/>
          </a:xfrm>
        </p:spPr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Reduces maintenance cost.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database security.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Increases flexibility.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Allows easy database updates.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system performance.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95800" y="1981200"/>
            <a:ext cx="4343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independence is an important feature of DBMS.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separates applications from the database structure.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Logical data independence protects applications from logical changes.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Overall, it makes the database more flexible, efficient, and easy to maintain. </a:t>
            </a:r>
          </a:p>
        </p:txBody>
      </p:sp>
      <p:sp>
        <p:nvSpPr>
          <p:cNvPr id="8" name="Freeform 7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8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33600" y="1939858"/>
            <a:ext cx="7391400" cy="2209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52800"/>
            <a:ext cx="8382000" cy="27733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software used to store, manage, and retrieve data.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helps users access data quickly and securely.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DBMS consists of different software components that work together.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main components are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Query Processor, Storage Manager, and Transaction Manager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D2C02-02A2-BF75-EE47-EAD9946FA344}"/>
              </a:ext>
            </a:extLst>
          </p:cNvPr>
          <p:cNvSpPr txBox="1"/>
          <p:nvPr/>
        </p:nvSpPr>
        <p:spPr>
          <a:xfrm>
            <a:off x="796412" y="1005579"/>
            <a:ext cx="84999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Q4. Deliver a technical presentation on the software components of a DBMS, explaining query processor, storage manager, and transaction manager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356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4267200" cy="2215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Query Processor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Accepts SQL queries from users.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Checks the query for errors.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Optimizes the query.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Executes the query efficiently.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76800" y="2514600"/>
            <a:ext cx="4038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Storage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of data in the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data whenever requested.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files, indexes, and memory.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is stored securely and efficiently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114799"/>
            <a:ext cx="4419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Transaction Manager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Controls database transactions.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ACID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properties.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Prevents data loss and inconsistency.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Handles commit and rollback operations.</a:t>
            </a:r>
          </a:p>
          <a:p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 FLOW &amp;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4419600" cy="40687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User sends an SQL query.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Query Processor checks and executes the query.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Transaction Manager manages the transaction safely.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Storage Manager accesses the required data.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result is returned to the user. </a:t>
            </a:r>
          </a:p>
          <a:p>
            <a:endParaRPr lang="en-US" dirty="0"/>
          </a:p>
        </p:txBody>
      </p:sp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93D29-8DB9-5C58-E92F-B8D5A7D42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815546"/>
            <a:ext cx="4267200" cy="41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39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274637"/>
            <a:ext cx="8915400" cy="193516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399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Query Processor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processes SQL queries.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Storage Manager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manages data storage and retrieval.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Transaction Manager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ensures safe and reliable transactions.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 three components work together for efficient database management.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make the DBMS fast, secure,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44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514600"/>
            <a:ext cx="3124200" cy="685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276600"/>
            <a:ext cx="8077200" cy="4297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an object or thing that stores data in a database.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two types of entities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Strong Entity and Weak Entity.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has its own primary key.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 modeling uses both entities to represent real-world data accurately</a:t>
            </a:r>
            <a:r>
              <a:rPr lang="en-US" dirty="0"/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94953-A1E8-837E-2898-F714ED9FB1E3}"/>
              </a:ext>
            </a:extLst>
          </p:cNvPr>
          <p:cNvSpPr txBox="1"/>
          <p:nvPr/>
        </p:nvSpPr>
        <p:spPr>
          <a:xfrm>
            <a:off x="304800" y="1066801"/>
            <a:ext cx="861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Q5.Prepare a presentation comparing strong and weak entities in ER modeling with real-world examples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85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892819"/>
              </p:ext>
            </p:extLst>
          </p:nvPr>
        </p:nvGraphicFramePr>
        <p:xfrm>
          <a:off x="457200" y="2057400"/>
          <a:ext cx="8229600" cy="42062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Strong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Weak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Has its own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Does not have its own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Exists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Depends on a Strong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double rectangle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Primary key uniquely identifies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Uses a partial key with the owner's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Student, 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Dependent, Order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Strong Entity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Exists independently.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Has its own Primary Key.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Example: Student, Employee, Book. </a:t>
            </a:r>
          </a:p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Weak Entity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Depends on a Strong Entity.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Does not have a complete Primary Key.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Example: Dependent, Order Item. </a:t>
            </a:r>
          </a:p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Relationship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Strong Entity identifies the Weak Entity.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The Weak Entity cannot exist without the Strong Entity.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5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91" y="914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STRONG &amp; WEAK ENTITIES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E28C1E-5714-3C05-D1E4-65EA02BD6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66801" y="2001079"/>
            <a:ext cx="7101386" cy="387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29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has its own primary key and exists independently.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Both entities help represent real-world scenarios correctly.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improve the accuracy and organization of database design.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 modeling makes databases simple, efficient,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6" y="13254"/>
            <a:ext cx="1520483" cy="1282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3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1368</Words>
  <Application>Microsoft Office PowerPoint</Application>
  <PresentationFormat>On-screen Show (4:3)</PresentationFormat>
  <Paragraphs>182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CO1-AT3-TECHNICAL PRESENTATION</vt:lpstr>
      <vt:lpstr>INTRODUCTION</vt:lpstr>
      <vt:lpstr>ER DIAGRAM</vt:lpstr>
      <vt:lpstr>COMPONENTS</vt:lpstr>
      <vt:lpstr>ADVANTAGES</vt:lpstr>
      <vt:lpstr>INTRODUCTION</vt:lpstr>
      <vt:lpstr>UNIVERSITY CASE STUDY:</vt:lpstr>
      <vt:lpstr>COMPONENTS</vt:lpstr>
      <vt:lpstr>ADVANTAGES</vt:lpstr>
      <vt:lpstr>INTRODUCTION</vt:lpstr>
      <vt:lpstr>TYPES OF DATA INDEPENDENCE</vt:lpstr>
      <vt:lpstr>ADVANTAGES&amp; CONCLUSION</vt:lpstr>
      <vt:lpstr>INTRODUCTION</vt:lpstr>
      <vt:lpstr>COMPONENTS</vt:lpstr>
      <vt:lpstr>WORK FLOW &amp; DIAGRAM</vt:lpstr>
      <vt:lpstr>CONCLUSION</vt:lpstr>
      <vt:lpstr>INTRODUCTION</vt:lpstr>
      <vt:lpstr>Comparison Table</vt:lpstr>
      <vt:lpstr>COMPONENTS</vt:lpstr>
      <vt:lpstr>STRONG &amp; WEAK ENTITIES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gunavathi A</cp:lastModifiedBy>
  <cp:revision>17</cp:revision>
  <dcterms:created xsi:type="dcterms:W3CDTF">2026-07-18T15:15:20Z</dcterms:created>
  <dcterms:modified xsi:type="dcterms:W3CDTF">2026-07-22T14:30:01Z</dcterms:modified>
</cp:coreProperties>
</file>